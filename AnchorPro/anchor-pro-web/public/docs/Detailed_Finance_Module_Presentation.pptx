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DCF0"/>
                </a:solidFill>
                <a:latin typeface="Arial"/>
              </a:rPr>
              <a:t>Standard Operating Procedure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Finance &amp; Billing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1. Finance Module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Real-Time Visibility: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 cash flow, expenditures, and revenue generation.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Operational Bridge: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Connects field job costs directly to back-office accounting.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Central Cashbook: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Manage supplier bills and analyze profitability metrics.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Receivables Hub: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Bill customers accurately and collect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2. Cashbook &amp; General Ledger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Ledger Tracking: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Chronological log of all Money In and Money Out.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Strict Auditability: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Captures date, type, category, description, and user.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Visual P&amp;L: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Dashboard displays income vs. expenses and profit margins.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Automated Insights: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System alerts if expenses exceed cash inflow.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3. Payables &amp; Approvals Hub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PO Conversions: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Convert received Purchase Orders into Accounts Payable.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Gatekeeper Controls: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Finance approves/rejects all pending PRs and POs.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Payroll Tracking: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Distinctly tracks payroll as a core operating expenditure.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Petty Cash: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Manage ad-hoc and petty cash expenses directly in the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4. Invoices &amp; Receivables Aging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Automated Job Billing: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Auto-pulls labor/parts costs from Completed Job Cards.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Payment Collection: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Process full or partial payments via the dashboard.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KPI Metrics: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View MTD Revenue, Collected funds, and Outstanding Debts.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Aging Alerts: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System aggressively flags overdue invoices for collection.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