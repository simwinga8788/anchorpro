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Arial"/>
              </a:rPr>
              <a:t>Anchor Pro Training Suite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Operations &amp; Planning Module</a:t>
            </a:r>
          </a:p>
          <a:p>
            <a:pPr algn="l">
              <a:spcBef>
                <a:spcPts val="2400"/>
              </a:spcBef>
            </a:pPr>
            <a:r>
              <a:rPr sz="1400" b="0" i="1">
                <a:solidFill>
                  <a:srgbClr val="A0A0A0"/>
                </a:solidFill>
                <a:latin typeface="Arial"/>
              </a:rPr>
              <a:t>Standard Corporate Training &amp;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Job Card Lifecycle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Queue &amp; Assignments: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Technicians access their dynamic queue directly on the working board.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Safety Protocols: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Safety PTW and LOTO checklists must be filled out before work starts.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Status Transition: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Start logs a timestamp; Finish calculates actual operational duration.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Closeout Checklist: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Enter parts used, action taken, and upload verification photos.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Planning &amp; Scheduling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Workload Balancing: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Avoid double-booking technicians on overlapping timeframes.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Conflict Warnings: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System displays a warnings popup if schedule overlaps occur.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Skill Matching: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Match certified technicians to specific asset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Downtime Log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Auto Status Sync: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Starting a job automatically marks the target asset as 'Down'.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SLA Metrics: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Track response time and Mean Time to Repair (MTTR) against agreements.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Safety Auditing: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Safety signoffs are archived for compliance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