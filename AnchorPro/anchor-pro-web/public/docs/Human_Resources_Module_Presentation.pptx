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C8C8"/>
                </a:solidFill>
                <a:latin typeface="Arial"/>
              </a:rPr>
              <a:t>Anchor Pro Training Suite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Human Resources Module</a:t>
            </a:r>
          </a:p>
          <a:p>
            <a:pPr algn="l">
              <a:spcBef>
                <a:spcPts val="2400"/>
              </a:spcBef>
            </a:pPr>
            <a:r>
              <a:rPr sz="1400" b="0" i="1">
                <a:solidFill>
                  <a:srgbClr val="A0A0A0"/>
                </a:solidFill>
                <a:latin typeface="Arial"/>
              </a:rPr>
              <a:t>Standard Corporate Training &amp; Operations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HR Profiles &amp; Role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Central Directory: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Standardized employee details, start dates, and emergency logs.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RBAC Syncing: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Profiles are directly linked to system roles and permissions.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Data Confidentiality: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Bank accounts and personal documents are restricted to HR/Admin.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Employment Contracts &amp; Shifts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Basic Salary: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Fixed agreed retainer defined on contract.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Dynamic Shift Hours: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Set standard shift hour thresholds (e.g. 176h, 120h) per contract.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Custom Overtime Multipliers: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Adjust rates dynamically (defaults to statutory 1.5x).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0F2240"/>
                </a:solidFill>
                <a:latin typeface="Arial"/>
              </a:rPr>
              <a:t>Payroll &amp; Statutory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PAYE (Zambian Bands):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0% (up to 4,800), 25% (up to 9,600), 30% (up to 14,400), 37.5% (over 14,400).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NAPSA: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5% employee and 5% employer contribution, capped at ZMW 1,221.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212121"/>
                </a:solidFill>
                <a:latin typeface="Arial"/>
              </a:rPr>
              <a:t>• NHIMA:</a:t>
            </a:r>
            <a:r>
              <a:rPr sz="1500" b="0" i="0">
                <a:solidFill>
                  <a:srgbClr val="4B4B4B"/>
                </a:solidFill>
                <a:latin typeface="Arial"/>
              </a:rPr>
              <a:t> Flat 1% deduction applied to Gross Pay.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