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C8C8"/>
                </a:solidFill>
                <a:latin typeface="Arial"/>
              </a:rPr>
              <a:t>Anchor Pro Training Suite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Enterprise Asset Mgt (EAM) Module</a:t>
            </a:r>
          </a:p>
          <a:p>
            <a:pPr algn="l">
              <a:spcBef>
                <a:spcPts val="2400"/>
              </a:spcBef>
            </a:pPr>
            <a:r>
              <a:rPr sz="1400" b="0" i="1">
                <a:solidFill>
                  <a:srgbClr val="A0A0A0"/>
                </a:solidFill>
                <a:latin typeface="Arial"/>
              </a:rPr>
              <a:t>Standard Corporate Training &amp; Operations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Asset Registry &amp; Hierarchies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Asset Profiles: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Log serials, warranty dates, and maintenance histories.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Asset States: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Track Active, Downtime, or Maintenance statuses.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Criticality Ratings: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Dictates emergency response priorities.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Inventory &amp; Tool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Live Stock Tracking: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Track quantity on hand and reserved parts.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Parts Allocation: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Link issued parts to job cards for cost tracking.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Tool Loans: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Log calibrated tools issued to technicians.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Procurement Workflow (PR -&gt; PO -&gt; GRN)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Requisitions: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Raise PRs for low stock or direct job requirements.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PO Lifecycle: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Draft -&gt; Pending Approval -&gt; Approved -&gt; Sent.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Receipting (GRN):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Goods receipts update stock quantities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