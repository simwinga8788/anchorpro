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DCF0"/>
                </a:solidFill>
                <a:latin typeface="Arial"/>
              </a:rPr>
              <a:t>Standard Operating Procedure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Enterprise Asset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1. Enterprise Asset Management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Physical Foundation: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Manages heavy machinery, tooling, and inventory.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Supply Chain Hub: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Controls procurement from request to receipt.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Financial Intelligence: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Aggregates lifetime maintenance costs automatically.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Proactive Alerts: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Warns of low stock, overdue tools, and high-cost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2. Equipment Registry &amp; Metrics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Master Database: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Logs serial numbers, models, and departmental owners.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Lifetime Maintenance Cost: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Auto-calculates 3-year historical repair costs.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Criticality Flags: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Automatically badges the highest-cost assets.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Live Dashboard: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View Total Equipments, Operational counts, and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3. Warehouse Inventory &amp; Issuing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Stock Monitoring: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Tracks live quantities across dynamic bin locations.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Reorder Automation: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System triggers 'Low Stock' banners when limits are hit.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Job Card Integration: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Technicians request parts from their mobile screens.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Direct Issue: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Issuing parts instantly deducts stock and bills the Job Card.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4. Tools Loan Registry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Tool Crib Control: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Tracks condition and availability of specialized tools.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Accountability: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Logs who borrowed a tool and their expected return date.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Overdue Warnings: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Flags unreturned tools aggressively on the dashboard.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Condition Audits: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Update tool condition (Good, Fair, Damaged) upon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5. Automated Procurement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1. Requisition (PR):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Request operational, departmental, or stock items.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2. Ordering (PO):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Convert approved requests to official supplier orders.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3. Receipting (GRN):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Confirm physical quantities received (supports partials).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Smart Routing: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Replenishment POs update warehouse stock; Operational POs bill Job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