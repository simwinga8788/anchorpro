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288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8DCF0"/>
                </a:solidFill>
                <a:latin typeface="Arial"/>
              </a:rPr>
              <a:t>Standard Operating Procedure
</a:t>
            </a:r>
          </a:p>
          <a:p>
            <a:pPr algn="l">
              <a:spcBef>
                <a:spcPts val="1200"/>
              </a:spcBef>
            </a:pPr>
            <a:r>
              <a:rPr sz="4000" b="1" i="0">
                <a:solidFill>
                  <a:srgbClr val="FFFFFF"/>
                </a:solidFill>
                <a:latin typeface="Arial"/>
              </a:rPr>
              <a:t>Human Resources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0F2240"/>
                </a:solidFill>
                <a:latin typeface="Arial"/>
              </a:rPr>
              <a:t>1. Module Overview &amp; Purpose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0"/>
          </a:xfrm>
          <a:prstGeom prst="ellipse">
            <a:avLst/>
          </a:prstGeom>
          <a:ln w="2540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Centralized Platform: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Manage employee records and system access.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Compensation Management: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Manage employment contracts and shift rules.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Automated Payroll: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Calculate salaries and statutory deductions accurately.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Security Control: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Delegate granular system permissions through Roles.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0F2240"/>
                </a:solidFill>
                <a:latin typeface="Arial"/>
              </a:rPr>
              <a:t>2. Employees &amp; Contracts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0"/>
          </a:xfrm>
          <a:prstGeom prst="ellipse">
            <a:avLst/>
          </a:prstGeom>
          <a:ln w="2540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Employee Directory: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Central profile for personal, bank, and emergency details.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Confidentiality: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Bank details restricted to Admin and HR roles.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Contract Rules: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Configure basic pay, standard monthly hours, and overtime multipliers.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Alerts: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Proactive dashboard warnings for expiring contracts (30-day notice).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0F2240"/>
                </a:solidFill>
                <a:latin typeface="Arial"/>
              </a:rPr>
              <a:t>3. Automated Payroll Workflow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0"/>
          </a:xfrm>
          <a:prstGeom prst="ellipse">
            <a:avLst/>
          </a:prstGeom>
          <a:ln w="2540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1. Drafting: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Auto-pulls contract rates and tracked job-card overtime hours.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2. Reviewing: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Dashboard provides a summary of Gross Pay vs. Deductions.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3. Statutory Auto-Calculation: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Computes PAYE, NAPSA (Employee/Employer), and NHIMA.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4. Finalisation: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Locks the payroll run from future tampering and updates Finance.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0F2240"/>
                </a:solidFill>
                <a:latin typeface="Arial"/>
              </a:rPr>
              <a:t>4. Access Control (Users &amp; Roles)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0"/>
          </a:xfrm>
          <a:prstGeom prst="ellipse">
            <a:avLst/>
          </a:prstGeom>
          <a:ln w="2540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Digital Identities: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Every user login is tied directly to a physical employee record.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Department Cost Centers: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Groups employees, assets, and procurement into one view.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Module Visibility: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Entire modules (like Finance) can be hidden from certain users.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Granular Permissions: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Assign specific actions like 'Approve Purchase Orders'.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