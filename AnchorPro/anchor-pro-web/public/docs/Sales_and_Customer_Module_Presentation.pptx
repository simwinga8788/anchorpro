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8C8C8"/>
                </a:solidFill>
                <a:latin typeface="Arial"/>
              </a:rPr>
              <a:t>Anchor Pro Training Suite
</a:t>
            </a:r>
          </a:p>
          <a:p>
            <a:pPr algn="l">
              <a:spcBef>
                <a:spcPts val="1200"/>
              </a:spcBef>
            </a:pPr>
            <a:r>
              <a:rPr sz="4000" b="1" i="0">
                <a:solidFill>
                  <a:srgbClr val="FFFFFF"/>
                </a:solidFill>
                <a:latin typeface="Arial"/>
              </a:rPr>
              <a:t>Sales &amp; Customer Module</a:t>
            </a:r>
          </a:p>
          <a:p>
            <a:pPr algn="l">
              <a:spcBef>
                <a:spcPts val="2400"/>
              </a:spcBef>
            </a:pPr>
            <a:r>
              <a:rPr sz="1400" b="0" i="1">
                <a:solidFill>
                  <a:srgbClr val="A0A0A0"/>
                </a:solidFill>
                <a:latin typeface="Arial"/>
              </a:rPr>
              <a:t>Standard Corporate Training &amp; Operations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F2240"/>
                </a:solidFill>
                <a:latin typeface="Arial"/>
              </a:rPr>
              <a:t>Customer Registry &amp;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Customer Profiles: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Manage billing contacts, locations, and tax IDs.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Multi-site Mapping: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Track multiple client sites under a single account.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History Logs: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View historical job cards and invoicing records per client.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F2240"/>
                </a:solidFill>
                <a:latin typeface="Arial"/>
              </a:rPr>
              <a:t>Quotation &amp; Work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Auto Cost Compilation: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Cost calculations pull parts and labor rates.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Workflow Statuses: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Draft -&gt; Sent -&gt; Accepted -&gt; Rejected.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Conversion: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Accepted quotations convert directly into active jobs.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F2240"/>
                </a:solidFill>
                <a:latin typeface="Arial"/>
              </a:rPr>
              <a:t>Client SLAs &amp;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Monthly SLA Retainers: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Set flat-rate monthly agreements.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Response Window: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Document target response and restoration times.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Compliance Tracking: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Audit planner response speeds against contracts.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