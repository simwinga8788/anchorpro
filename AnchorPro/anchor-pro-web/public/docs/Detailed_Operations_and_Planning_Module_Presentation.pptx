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F0D2"/>
                </a:solidFill>
                <a:latin typeface="Arial"/>
              </a:rPr>
              <a:t>Standard Operating Procedure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Operations &amp; Planning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5C35"/>
                </a:solidFill>
                <a:latin typeface="Arial"/>
              </a:rPr>
              <a:t>1. Purpose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Standardized Execution: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Establish controlled methods for maintenance operations.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Asset Reliability: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Reduce breakdowns via downtime tracking and maintenance logs.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Resource Management: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Drag-and-drop scheduling, dispatching, and workload metrics.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Safety Compliance: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Mandatory Permit-to-Work (PTW) and Lock-Out/Tag-Out (LOTO) protocols.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Financial Control: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 labor and material costs, automatically linking them to billing.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5C35"/>
                </a:solidFill>
                <a:latin typeface="Arial"/>
              </a:rPr>
              <a:t>2. Operational Lifecycle: Job to Invoice 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Creation &amp; Dispatch: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Unscheduled jobs are created and then assigned to technicians (Scheduled).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Execution &amp; Safety: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Safety permits issued. Technicians log tasks, parts, and photos (In Progress).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Completion: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Supervisor closes the job. System calculates the Financial Cost Trinity.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Billing Generation: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Quotation raised from the job -&gt; Customer accepts -&gt; Auto-Invoice created.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5C35"/>
                </a:solidFill>
                <a:latin typeface="Arial"/>
              </a:rPr>
              <a:t>3. Finance Destinations: Invoice Routing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Invoices Registry: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Tracks payment statuses (Unpaid/Partial/Paid).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Receivables Ledger: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Automatically updates Total Outstanding and Total Invoiced metrics.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CRM Integration: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Invoices log directly into the client's account history.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General Ledger: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Updates double-entry accounting records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5C35"/>
                </a:solidFill>
                <a:latin typeface="Arial"/>
              </a:rPr>
              <a:t>4. Operations Screen Reference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5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Dashboard &amp; Job Cards: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Executive KPIs, active job counts, and detailed registry.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Planning Board: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Visual calendar and Kanban for dispatching and load-balancing.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My Assignments: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Mobile-friendly technician hub for checklists and part requests.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Time &amp; Downtime Logs: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 utilization and calculate Mean Time to Repair (MTTR).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